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Saira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97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09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ProctoEase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29934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AI-Based Online Exam Proctoring System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560474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Progress Report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22280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Presenting a comprehensive overview of the secure online examination platform with real-time AI monitoring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666988"/>
            <a:ext cx="5265896" cy="658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Overview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7235" y="1716286"/>
            <a:ext cx="13155930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intelligent, secure online examination platform leveraging AI-powered monitoring to prevent academic dishonesty while maintaining candidate experience.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7235" y="2586157"/>
            <a:ext cx="6480215" cy="2390418"/>
          </a:xfrm>
          <a:prstGeom prst="roundRect">
            <a:avLst>
              <a:gd name="adj" fmla="val 793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0717" y="2819638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FC833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429" y="2993350"/>
            <a:ext cx="284321" cy="2843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0717" y="3647003"/>
            <a:ext cx="2843093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AI-Powered Monitoring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70717" y="4093250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proctoring using advanced computer vision and behavioral analysis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12950" y="2586157"/>
            <a:ext cx="6480215" cy="2390418"/>
          </a:xfrm>
          <a:prstGeom prst="roundRect">
            <a:avLst>
              <a:gd name="adj" fmla="val 793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46432" y="2819638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FC833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0144" y="2993350"/>
            <a:ext cx="284321" cy="2843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6432" y="3647003"/>
            <a:ext cx="2943939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Anti-Cheating Measures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7646432" y="4093250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Multi-layered security protocols including tab detection and keyboard blocking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37235" y="5172075"/>
            <a:ext cx="6480215" cy="2390418"/>
          </a:xfrm>
          <a:prstGeom prst="roundRect">
            <a:avLst>
              <a:gd name="adj" fmla="val 793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0717" y="5405557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FC833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4429" y="5579269"/>
            <a:ext cx="284321" cy="2843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0717" y="6232922"/>
            <a:ext cx="263806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Candidate Experience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70717" y="6679168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interface with responsive design and minimal friction during exams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412950" y="5172075"/>
            <a:ext cx="6480215" cy="2390418"/>
          </a:xfrm>
          <a:prstGeom prst="roundRect">
            <a:avLst>
              <a:gd name="adj" fmla="val 793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46432" y="5405557"/>
            <a:ext cx="631865" cy="631865"/>
          </a:xfrm>
          <a:prstGeom prst="roundRect">
            <a:avLst>
              <a:gd name="adj" fmla="val 14469998"/>
            </a:avLst>
          </a:prstGeom>
          <a:solidFill>
            <a:srgbClr val="FC833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0144" y="5579269"/>
            <a:ext cx="284321" cy="2843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6432" y="6232922"/>
            <a:ext cx="2632948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Scalable Architecture</a:t>
            </a:r>
            <a:endParaRPr lang="en-US" sz="2050" dirty="0"/>
          </a:p>
        </p:txBody>
      </p:sp>
      <p:sp>
        <p:nvSpPr>
          <p:cNvPr id="23" name="Text 17"/>
          <p:cNvSpPr/>
          <p:nvPr/>
        </p:nvSpPr>
        <p:spPr>
          <a:xfrm>
            <a:off x="7646432" y="6679168"/>
            <a:ext cx="6013252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Cloud-native design supporting thousands of concurrent examinees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651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Development Progress: Work Completed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4965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 Stack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601760"/>
            <a:ext cx="3501509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JWT-based authentication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and candidate dashboards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exam flow implementation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proctoring UI interface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SEO-optimized landing page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294965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Foundation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342721" y="3601760"/>
            <a:ext cx="350150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error handling hierarchy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logging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container optimization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proctoring event foundation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integration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6958"/>
            <a:ext cx="57469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93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React-based stack with TypeScript for type safety and maintainability.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574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12463"/>
            <a:ext cx="4196358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686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React 18 + TypeScript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7718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Latest React features with static type checking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1574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512463"/>
            <a:ext cx="4196358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686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React Router v6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17718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Client-side navigation with protected routes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1574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512463"/>
            <a:ext cx="4196358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6867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React Query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17718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data fetching and state management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2998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54873"/>
            <a:ext cx="6407944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9181"/>
            <a:ext cx="3278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Tailwind CSS + shadcn/ui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631959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 library with utility-first styling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2998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654873"/>
            <a:ext cx="6407944" cy="3048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5829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Axios Interceptors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28548" y="631959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 client with JWT auto-refresh logic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632"/>
            <a:ext cx="71337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 Features in Detail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9201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03030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148721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746177"/>
            <a:ext cx="32327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Landing Page Excellence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23659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99% uptime guarantee with &lt;2s verification. Fully responsive design with performance metrics display.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179201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030303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148721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Exam Flow Engine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236595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timer, question navigation, auto-submit on completion, and session persistence.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179201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030303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148721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Proctoring Interface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3236595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webcam preview, real-time violation counter, and status indicators for examinees.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51247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030303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5481995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517231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534245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6079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Security Layers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51084" y="656986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 switch detection, keyboard shortcut blocking, and full-screen enforcement throughout exams.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51247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030303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5481995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FC833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517231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C833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534245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6079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UX Enhancements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5842" y="656986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Skeleton loaders, error boundary protection, SEO meta tags, and accessibility compliance.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3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Phase 4: System Hardening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1426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14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374606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 Exception Classes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59081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inheritance hierarchy for error handling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271426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374606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Error Handlers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4236482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Domain, validation, and fallback handlers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271426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374606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HTTP Exception Coverage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4590812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API responses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593467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comprehensive error handling system with 14 custom exception classes, global error handlers producing consistent API responses, and detailed validation error reporting with field-specific messages (HTTP 422).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6778466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Error Handling Architecture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037517"/>
            <a:ext cx="3213973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Exception Hierarchy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49856" y="2641521"/>
            <a:ext cx="8351996" cy="235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Base: AppException (abstract)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BadRequestException (400)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UnauthorizedException (401)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ForbiddenException (403)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NotFoundException (404)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ConflictException (409)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5198388"/>
            <a:ext cx="3213973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Common Exceptions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9856" y="5802392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InvalidTokenException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ExamNotFoundException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DuplicateEmailException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RateLimitExceededException</a:t>
            </a: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3488" y="1576745"/>
            <a:ext cx="6212562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Logging &amp; Deployment Optimization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3488" y="2182654"/>
            <a:ext cx="369332" cy="3693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03488" y="2672239"/>
            <a:ext cx="1846897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Structured Logging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003488" y="2960727"/>
            <a:ext cx="8109823" cy="19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format in production, human-readable in development with timestamp, level, and message fields.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3488" y="3348276"/>
            <a:ext cx="369332" cy="3693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03488" y="3837861"/>
            <a:ext cx="1846897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Request Tracking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003488" y="4126349"/>
            <a:ext cx="8109823" cy="19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request_id for each HTTP request enabling complete request lifecycle tracing across services.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3488" y="4513898"/>
            <a:ext cx="369332" cy="3693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03488" y="5003483"/>
            <a:ext cx="1846897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Tenant Isolation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003488" y="5291971"/>
            <a:ext cx="8109823" cy="19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tenant_id tracking for multi-tenant SaaS architecture ensuring data separation between organizations.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03488" y="5679519"/>
            <a:ext cx="369332" cy="3693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03488" y="6169104"/>
            <a:ext cx="1846897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Container Security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003488" y="6457593"/>
            <a:ext cx="8109823" cy="19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Multi-stage Docker builds, non-root user execution, health checks, and minimal base images.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7362"/>
            <a:ext cx="10328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 Phase 5: AI Proctoring System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59769"/>
            <a:ext cx="6407944" cy="2622828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22094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630" y="239649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3116699"/>
            <a:ext cx="29876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WebSocket Monitoring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43464" y="3607118"/>
            <a:ext cx="59085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connections for real-time event streaming with JWT authentication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59769"/>
            <a:ext cx="6408063" cy="2622828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78222" y="220944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5388" y="239649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8222" y="31166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REST APIs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78222" y="3607118"/>
            <a:ext cx="59087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 creation, event management, and violation tracking endpoints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622828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43464" y="50590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0630" y="524613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3464" y="5966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Event Classifier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43464" y="6456759"/>
            <a:ext cx="59085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engine categorizing user behavior into violation types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622828"/>
          </a:xfrm>
          <a:prstGeom prst="roundRect">
            <a:avLst>
              <a:gd name="adj" fmla="val 778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78222" y="50590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5388" y="524613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8222" y="5966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Models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78222" y="6456759"/>
            <a:ext cx="59087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ProctoringEvent (8 violation types) and Question (4 types) with JSON configuration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6106" y="524947"/>
            <a:ext cx="4412337" cy="55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Proctoring Workflow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06" y="1351002"/>
            <a:ext cx="882372" cy="1058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5757" y="1527453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Capture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245757" y="1885593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 accesses webcam and monitors user activity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06" y="2409944"/>
            <a:ext cx="882372" cy="10589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45757" y="2586395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Authenticate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2245757" y="2944535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connection established with JWT token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106" y="3468886"/>
            <a:ext cx="882372" cy="10589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45757" y="3645337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2245757" y="4003477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Events categorized: tab_switch, keyboard_block, no_face, fullscreen_exit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106" y="4527828"/>
            <a:ext cx="882372" cy="10589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45757" y="4704278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Store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2245757" y="5062418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Events logged in PostgreSQL using JSONB for flexible schema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106" y="5586770"/>
            <a:ext cx="882372" cy="10589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45757" y="5763220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Update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2245757" y="6121360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Violation counter increments in real-time for admin monitoring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106" y="6645712"/>
            <a:ext cx="882372" cy="10589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45757" y="6822162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Analyze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2245757" y="7180302"/>
            <a:ext cx="1115841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AI risk scoring based on violation patterns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Custom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Arial</vt:lpstr>
      <vt:lpstr>Saira Medium</vt:lpstr>
      <vt:lpstr>Saira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Sudheer Prajapati</cp:lastModifiedBy>
  <cp:revision>2</cp:revision>
  <dcterms:created xsi:type="dcterms:W3CDTF">2026-03-19T14:13:25Z</dcterms:created>
  <dcterms:modified xsi:type="dcterms:W3CDTF">2026-03-19T14:42:46Z</dcterms:modified>
</cp:coreProperties>
</file>
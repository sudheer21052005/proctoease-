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6ED5"/>
    <a:srgbClr val="0F0F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13"/>
  </p:normalViewPr>
  <p:slideViewPr>
    <p:cSldViewPr snapToGrid="0" snapToObjects="1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2836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cfdbbc85-0233-42d3-a93e-043f61f60cf5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35E5ACD-92B0-A4FA-44BF-5EF247787D19}"/>
              </a:ext>
            </a:extLst>
          </p:cNvPr>
          <p:cNvSpPr/>
          <p:nvPr/>
        </p:nvSpPr>
        <p:spPr>
          <a:xfrm>
            <a:off x="8110654" y="4750418"/>
            <a:ext cx="996176" cy="36334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98953706-b517-4ca8-bb4f-d77887d1ac1a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26A0338-1E1A-86B5-0D61-B101102FD9FD}"/>
              </a:ext>
            </a:extLst>
          </p:cNvPr>
          <p:cNvSpPr/>
          <p:nvPr/>
        </p:nvSpPr>
        <p:spPr>
          <a:xfrm>
            <a:off x="8110654" y="4742984"/>
            <a:ext cx="996176" cy="36334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090D17A-4AC5-1E1B-A9DB-9AABEE069F66}"/>
              </a:ext>
            </a:extLst>
          </p:cNvPr>
          <p:cNvCxnSpPr>
            <a:cxnSpLocks/>
          </p:cNvCxnSpPr>
          <p:nvPr/>
        </p:nvCxnSpPr>
        <p:spPr>
          <a:xfrm>
            <a:off x="8036311" y="4757852"/>
            <a:ext cx="7582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06415905-B5B8-1855-CFD1-81E1FD136E89}"/>
              </a:ext>
            </a:extLst>
          </p:cNvPr>
          <p:cNvSpPr/>
          <p:nvPr/>
        </p:nvSpPr>
        <p:spPr>
          <a:xfrm>
            <a:off x="8036311" y="4742984"/>
            <a:ext cx="758283" cy="45719"/>
          </a:xfrm>
          <a:prstGeom prst="rect">
            <a:avLst/>
          </a:prstGeom>
          <a:solidFill>
            <a:srgbClr val="896E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efd3c5c1-eb53-4a59-a8da-289de0c83dec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75AD69B-9B62-4056-DCE8-DC174F4F7349}"/>
              </a:ext>
            </a:extLst>
          </p:cNvPr>
          <p:cNvSpPr/>
          <p:nvPr/>
        </p:nvSpPr>
        <p:spPr>
          <a:xfrm>
            <a:off x="8110654" y="4765286"/>
            <a:ext cx="996176" cy="36334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333953ad-6adb-46b6-9805-8001e18d4a72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7846605-F1F9-6B8C-ADDD-BB4097431D7C}"/>
              </a:ext>
            </a:extLst>
          </p:cNvPr>
          <p:cNvSpPr/>
          <p:nvPr/>
        </p:nvSpPr>
        <p:spPr>
          <a:xfrm>
            <a:off x="8110654" y="4742984"/>
            <a:ext cx="996176" cy="36334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0d752ca2-62d0-4ca6-844d-a560b3ea0805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77E2FE4-B9CA-ECA3-DD1C-18FEF0C60D46}"/>
              </a:ext>
            </a:extLst>
          </p:cNvPr>
          <p:cNvSpPr/>
          <p:nvPr/>
        </p:nvSpPr>
        <p:spPr>
          <a:xfrm>
            <a:off x="8110654" y="4750418"/>
            <a:ext cx="996176" cy="36334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2091379f-f30a-47d0-904f-653edb950136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800572-2A4A-4FD6-5A79-7022D9A36503}"/>
              </a:ext>
            </a:extLst>
          </p:cNvPr>
          <p:cNvSpPr/>
          <p:nvPr/>
        </p:nvSpPr>
        <p:spPr>
          <a:xfrm>
            <a:off x="8110654" y="4765286"/>
            <a:ext cx="996176" cy="36334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f675c67d-fdeb-46ac-b442-4f084c654a83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E6219C0-132B-6A27-8E83-C196C6C33EF9}"/>
              </a:ext>
            </a:extLst>
          </p:cNvPr>
          <p:cNvSpPr/>
          <p:nvPr/>
        </p:nvSpPr>
        <p:spPr>
          <a:xfrm>
            <a:off x="8110654" y="4742984"/>
            <a:ext cx="996176" cy="363344"/>
          </a:xfrm>
          <a:prstGeom prst="rect">
            <a:avLst/>
          </a:prstGeom>
          <a:solidFill>
            <a:srgbClr val="0F0F0F"/>
          </a:solidFill>
          <a:ln>
            <a:solidFill>
              <a:srgbClr val="0F0F0F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96867efc-280c-463c-9d40-b83c8d42ab2a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81541D8-86C7-EBDE-3E4F-386BE756082D}"/>
              </a:ext>
            </a:extLst>
          </p:cNvPr>
          <p:cNvSpPr/>
          <p:nvPr/>
        </p:nvSpPr>
        <p:spPr>
          <a:xfrm>
            <a:off x="8110654" y="4765286"/>
            <a:ext cx="996176" cy="36334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4e169854-ebb1-4949-9c6f-9d1d9215532f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82690EF-E01D-0380-0270-DA4C74B0776A}"/>
              </a:ext>
            </a:extLst>
          </p:cNvPr>
          <p:cNvSpPr/>
          <p:nvPr/>
        </p:nvSpPr>
        <p:spPr>
          <a:xfrm>
            <a:off x="8110654" y="4765286"/>
            <a:ext cx="996176" cy="36334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1b9f60d3-495b-4d72-9840-47c0520a739d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834B8B6-9C39-5352-137B-3E6AE7DF8B2B}"/>
              </a:ext>
            </a:extLst>
          </p:cNvPr>
          <p:cNvSpPr/>
          <p:nvPr/>
        </p:nvSpPr>
        <p:spPr>
          <a:xfrm>
            <a:off x="8110654" y="4765286"/>
            <a:ext cx="996176" cy="36334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d1c2902f-59fc-4794-9fa8-67cf4ca16624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A7772E9-0D73-7B3A-3A97-E1454322AA73}"/>
              </a:ext>
            </a:extLst>
          </p:cNvPr>
          <p:cNvSpPr/>
          <p:nvPr/>
        </p:nvSpPr>
        <p:spPr>
          <a:xfrm>
            <a:off x="8110654" y="4765286"/>
            <a:ext cx="996176" cy="36334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e1b934fe-d01e-42e9-aa8f-1151954a7442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1B4A6AD-993A-A4DC-0DEC-F340C73776FE}"/>
              </a:ext>
            </a:extLst>
          </p:cNvPr>
          <p:cNvSpPr/>
          <p:nvPr/>
        </p:nvSpPr>
        <p:spPr>
          <a:xfrm>
            <a:off x="8110654" y="4765286"/>
            <a:ext cx="996176" cy="36334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</Words>
  <Application>Microsoft Office PowerPoint</Application>
  <PresentationFormat>On-screen Show (16:9)</PresentationFormat>
  <Paragraphs>12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Sudheer Prajapati</cp:lastModifiedBy>
  <cp:revision>3</cp:revision>
  <dcterms:created xsi:type="dcterms:W3CDTF">2026-03-19T14:26:15Z</dcterms:created>
  <dcterms:modified xsi:type="dcterms:W3CDTF">2026-03-19T14:39:43Z</dcterms:modified>
</cp:coreProperties>
</file>
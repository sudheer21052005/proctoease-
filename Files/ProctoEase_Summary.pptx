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182880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ProctoEase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C6"/>
                </a:solidFill>
                <a:latin typeface="Calibri"/>
              </a:defRPr>
            </a:pPr>
            <a:r>
              <a:t>Multi-Tenant Online Examination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Backend Architecture — Phase-by-Phase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FastAPI  ·  PostgreSQL 16  ·  SQLAlchemy 2  ·  Docker  ·  JWT + RLS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ProctoEase?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37160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No multi-tenant exam platform — one instance per org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Risk of cross-tenant data leakage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Manual evaluation doesn't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C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One deployment serves many organisations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Database-level security isolates tenants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Role-based access: Admin, Recruiter, Candidate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4688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Tech Stack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FastAPI — async Python web framework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PostgreSQL 16 — database with Row-Level Security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SQLAlchemy 2 — async ORM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Alembic — database migrations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JWT (python-jose) — token-based auth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bcrypt — password hashing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Docker Compose — containerised stack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Pydantic v2 — data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All Fits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371600" cy="50800"/>
          </a:xfrm>
          <a:prstGeom prst="rect">
            <a:avLst/>
          </a:prstGeom>
          <a:solidFill>
            <a:srgbClr val="00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7315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22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764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React Frontend (planned)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2103120"/>
            <a:ext cx="274320" cy="164592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331720"/>
            <a:ext cx="9144000" cy="7315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82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C6"/>
                </a:solidFill>
                <a:latin typeface="Calibri"/>
              </a:defRPr>
            </a:pPr>
            <a:r>
              <a:t>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3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CORS  →  Tenant Middleware (extracts tenant from JWT)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3063240"/>
            <a:ext cx="274320" cy="164592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3291840"/>
            <a:ext cx="9144000" cy="7315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42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API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96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Auth  |  Tenants  |  Exams  |  Attempts  |  Health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60720" y="4023360"/>
            <a:ext cx="274320" cy="164592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4251960"/>
            <a:ext cx="9144000" cy="7315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302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56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Business logic — auth, tenant, user, exam, attempt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760720" y="4983480"/>
            <a:ext cx="274320" cy="164592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5212080"/>
            <a:ext cx="9144000" cy="7315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526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168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PostgreSQL 16 with Row-Level Security per tenant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1 — Foundation &amp;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3716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Set up the infrastructure, database models, and security foundation.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389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🐳  Docker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3-service stack: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PostgreSQL 16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Redis 7 (future cache)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FastAPI app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Health checks enforce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correct startup order.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Live reload for dev.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291840" cy="4389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C6"/>
                </a:solidFill>
                <a:latin typeface="Calibri"/>
              </a:defRPr>
            </a:pPr>
            <a:r>
              <a:t>📊  Database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Tenant — org with unique slug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User — belongs to one tenant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email unique per tenant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role: admin / recruiter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/ candidate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Shared mixins for timestamps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and tenant FK on every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920240"/>
            <a:ext cx="3566160" cy="4389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🔒  Row-Level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Every DB session sets: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SET app.current_tenant_id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PostgreSQL RLS policy: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Only rows matching the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current tenant are visible.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Even if app code has a bug,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the DB blocks cross-tenant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data access. Defense-in-depth.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2 — Authentication &amp;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3716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Secure every endpoint with JWT tokens and role-based permissions.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389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🔑  JWT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Two token types: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Access Token (15 min)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Contains user ID, tenant,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and role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Used for every API call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Refresh Token (7 days)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Used to get new tokens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No role (re-checked)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291840" cy="4389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C6"/>
                </a:solidFill>
                <a:latin typeface="Calibri"/>
              </a:defRPr>
            </a:pPr>
            <a:r>
              <a:t>🛡️  Middleware &amp;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TenantMiddleware: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Reads JWT from header →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extracts tenant_id →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sets it on the request.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RBAC Dependencies: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get_current_user → auth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require_role() → checks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if user role is allowed.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401 / 403 on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920240"/>
            <a:ext cx="3566160" cy="4389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🔗  Auth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/auth/register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Create account under org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/auth/login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Get access + refresh tokens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/auth/refresh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Renew expired tokens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/auth/me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View my 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3 — Exams &amp; Attempts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371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Core domain logic — Recruiters create exams, Candidates take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389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📝  Exam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title, description, duration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is_published — controls if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candidates can see it.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is_active — soft delete flag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(never hard-delete data).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created_by — tracks which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recruiter created the exam.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291840" cy="4389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C6"/>
                </a:solidFill>
                <a:latin typeface="Calibri"/>
              </a:defRPr>
            </a:pPr>
            <a:r>
              <a:t>🎯  Attempt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Status lifecycle: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started → submitted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evaluated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Business rules: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Only published exams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• One active attempt per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candidate per exam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answers stored as JSON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for flexible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920240"/>
            <a:ext cx="3566160" cy="4389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🔗  Exam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/exams/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Recruiter/Admin creates exam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/exams/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List (candidates see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published only)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/exams/{id}/attempts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Candidate starts an attempt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/attempts/me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Candidate's own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3716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47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FF"/>
                </a:solidFill>
                <a:latin typeface="Calibri"/>
              </a:defRPr>
            </a:pPr>
            <a:r>
              <a:t>●  Double Security (Belt &amp; Suspenders)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52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App code filters by tenant_id AND the database has RLS policies. Even if a developer forgets the WHERE clause, the database blocks cross-tenant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2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C6"/>
                </a:solidFill>
                <a:latin typeface="Calibri"/>
              </a:defRPr>
            </a:pPr>
            <a:r>
              <a:t>●  Single Transaction per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32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Services use flush(), not commit(). The database dependency manages the full lifecycle: commit on success, rollback on error. Multiple services = one atomic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08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●  Soft Deletes Everywhere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12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Every entity has an is_active flag. We never hard-delete data. This preserves audit history and allows easy recovery.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79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2882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Calibri"/>
              </a:defRPr>
            </a:pPr>
            <a:r>
              <a:t>●  Clean Layer Separation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59307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Routes are thin wrappers. Business logic lives in services. Auth is handled by reusable dependencies. Each layer can be tested independently.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All API Endpoints (11 total)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37160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914400" cy="347472"/>
          </a:xfrm>
          <a:prstGeom prst="roundRect">
            <a:avLst>
              <a:gd name="adj" fmla="val 4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96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96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96FF"/>
                </a:solidFill>
                <a:latin typeface="Calibri"/>
              </a:defRPr>
            </a:pPr>
            <a:r>
              <a:t>Who Can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914400" cy="347472"/>
          </a:xfrm>
          <a:prstGeom prst="roundRect">
            <a:avLst>
              <a:gd name="adj" fmla="val 4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96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773936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73936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73936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Anyone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773936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176272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176272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/api/v1/tenants/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7627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Anyone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176272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578608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578608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/api/v1/auth/register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578608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Anyone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578608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980944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2980944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/api/v1/auth/login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80944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Anyone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980944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383280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3383280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/api/v1/auth/refresh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383280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Anyone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3383280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3785616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785616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/api/v1/auth/me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785616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Logged-in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785616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4187952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4187952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/api/v1/exams/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8795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Recruiter / Admin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4187952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4590288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4590288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/api/v1/exams/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590288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Logged-in user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4590288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4992624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4992624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/api/v1/exams/{id}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992624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Logged-in user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4992624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5394960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5394960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/api/v1/exams/{id}/attempts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394960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Candidate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5394960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5797296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0" y="5797296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/api/v1/attempts/me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797296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Candidate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0" y="5797296"/>
            <a:ext cx="914400" cy="347472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2286000"/>
            <a:ext cx="301752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C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ProctoEase  ·  Multi-Tenant Online Examination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